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Milestone 2 – Fake Job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Training, Evaluation &amp;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Milestone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 Logistic Regression</a:t>
            </a:r>
            <a:endParaRPr lang="en-IN" dirty="0"/>
          </a:p>
          <a:p>
            <a:r>
              <a:rPr dirty="0"/>
              <a:t> Train Random Forest</a:t>
            </a:r>
            <a:endParaRPr lang="en-IN" dirty="0"/>
          </a:p>
          <a:p>
            <a:r>
              <a:rPr dirty="0"/>
              <a:t> Train </a:t>
            </a:r>
            <a:r>
              <a:rPr dirty="0" err="1"/>
              <a:t>BiLSTM</a:t>
            </a:r>
            <a:r>
              <a:rPr dirty="0"/>
              <a:t> Model</a:t>
            </a:r>
          </a:p>
          <a:p>
            <a:r>
              <a:rPr dirty="0"/>
              <a:t> Evaluate Models</a:t>
            </a:r>
          </a:p>
          <a:p>
            <a:r>
              <a:rPr dirty="0"/>
              <a:t> Cross Validation</a:t>
            </a:r>
          </a:p>
          <a:p>
            <a:r>
              <a:rPr dirty="0"/>
              <a:t> Compare &amp; Select Best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TF-IDF Features</a:t>
            </a:r>
          </a:p>
          <a:p>
            <a:r>
              <a:rPr dirty="0"/>
              <a:t> Hyperparameter tuning</a:t>
            </a:r>
          </a:p>
          <a:p>
            <a:r>
              <a:rPr dirty="0"/>
              <a:t> High accuracy &amp; F1-score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Tuned </a:t>
            </a:r>
            <a:r>
              <a:rPr dirty="0" err="1"/>
              <a:t>n_estimators</a:t>
            </a:r>
            <a:r>
              <a:rPr dirty="0"/>
              <a:t> &amp; </a:t>
            </a:r>
            <a:r>
              <a:rPr dirty="0" err="1"/>
              <a:t>max_depth</a:t>
            </a:r>
            <a:endParaRPr dirty="0"/>
          </a:p>
          <a:p>
            <a:r>
              <a:rPr dirty="0"/>
              <a:t> Extracted feature importance</a:t>
            </a:r>
          </a:p>
          <a:p>
            <a:r>
              <a:rPr dirty="0"/>
              <a:t> Evaluated all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BiLSTM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Embedding → </a:t>
            </a:r>
            <a:r>
              <a:rPr dirty="0" err="1"/>
              <a:t>BiLSTM</a:t>
            </a:r>
            <a:r>
              <a:rPr dirty="0"/>
              <a:t> → Dense layers</a:t>
            </a:r>
          </a:p>
          <a:p>
            <a:r>
              <a:rPr dirty="0"/>
              <a:t> Early stopping applied</a:t>
            </a:r>
          </a:p>
          <a:p>
            <a:r>
              <a:rPr dirty="0"/>
              <a:t> Training curves plotted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 Compared classical &amp; deep-learning models</a:t>
            </a:r>
            <a:endParaRPr lang="en-IN" dirty="0"/>
          </a:p>
          <a:p>
            <a:r>
              <a:rPr dirty="0"/>
              <a:t> Best model selected based on F1-score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5-Fold Stratified CV on Logistic Regression</a:t>
            </a:r>
          </a:p>
          <a:p>
            <a:r>
              <a:rPr dirty="0"/>
              <a:t>Performance stability checked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 2 completed successfully:</a:t>
            </a:r>
          </a:p>
          <a:p>
            <a:r>
              <a:t>✓ Models trained</a:t>
            </a:r>
          </a:p>
          <a:p>
            <a:r>
              <a:t>✓ Compared</a:t>
            </a:r>
          </a:p>
          <a:p>
            <a:r>
              <a:t>✓ Best model selected</a:t>
            </a:r>
          </a:p>
          <a:p>
            <a:r>
              <a:t>Ready for Milestone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Milestone 2 – Fake Job Detection</vt:lpstr>
      <vt:lpstr>Overview of Milestone 2</vt:lpstr>
      <vt:lpstr>Logistic Regression</vt:lpstr>
      <vt:lpstr>Random Forest</vt:lpstr>
      <vt:lpstr>BiLSTM Model</vt:lpstr>
      <vt:lpstr>Model Comparison</vt:lpstr>
      <vt:lpstr>Cross Validation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Vajramatti</cp:lastModifiedBy>
  <cp:revision>2</cp:revision>
  <dcterms:created xsi:type="dcterms:W3CDTF">2013-01-27T09:14:16Z</dcterms:created>
  <dcterms:modified xsi:type="dcterms:W3CDTF">2025-12-08T06:48:05Z</dcterms:modified>
  <cp:category/>
</cp:coreProperties>
</file>